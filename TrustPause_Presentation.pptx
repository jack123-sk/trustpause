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5340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B82F6"/>
                </a:solidFill>
              </a:defRPr>
            </a:pPr>
            <a:r>
              <a:t>TIMES OF INDIA TECHNOLOGY COMPETITION</a:t>
            </a:r>
          </a:p>
          <a:p>
            <a:pPr>
              <a:spcAft>
                <a:spcPts val="600"/>
              </a:spcAft>
              <a:defRPr sz="4400" b="1">
                <a:solidFill>
                  <a:srgbClr val="F8FAFC"/>
                </a:solidFill>
              </a:defRPr>
            </a:pPr>
            <a:r>
              <a:t>TrustPause</a:t>
            </a:r>
          </a:p>
          <a:p>
            <a:pPr>
              <a:spcAft>
                <a:spcPts val="2000"/>
              </a:spcAft>
              <a:defRPr sz="2000">
                <a:solidFill>
                  <a:srgbClr val="93C5FD"/>
                </a:solidFill>
              </a:defRPr>
            </a:pPr>
            <a:r>
              <a:t>Pause. Understand. Protect.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A Human-Centred Cybersecurity Application that Stops Digital Payment Fraud by Comparing What You Intend to Do With What a Message Asks You to Do.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Category: Cybersecurity · Digital Payment Safety · Fraud Prevention · 100% In-Browser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THE REAL-WORLD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Smart People Lose Money to Digital Payment Scams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The Psychology of Action Confusion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In India, digital payment fraud is now the #1 cybercrime reported on the 1930 helpline.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Most victims do NOT fail because they are foolish or uneducated.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They fail because fraudsters create ACTION CONFUSION.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When people expect money to arrive, their brain is primed to see 'Refund', 'Cashback', or 'Approved'.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They fail to notice that the message is actually asking them to SEND money or APPROVE an outgoing payment!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ECACA"/>
                </a:solidFill>
              </a:defRPr>
            </a:pPr>
            <a:r>
              <a:t>Real Life Example: The Refund Trap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The Message Received:</a:t>
            </a:r>
            <a:br/>
            <a:r>
              <a:t>"Your ₹2,000 refund is ready. Pay a processing fee of ₹199 to claim it."</a:t>
            </a:r>
          </a:p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WHAT YOU INTEND TO DO:</a:t>
            </a:r>
            <a:br/>
            <a:r>
              <a:t>👉 RECEIVE ₹2,000 (Money comes IN)</a:t>
            </a:r>
          </a:p>
          <a:p>
            <a:pPr>
              <a:spcAft>
                <a:spcPts val="1400"/>
              </a:spcAft>
              <a:defRPr sz="1300" b="1">
                <a:solidFill>
                  <a:srgbClr val="EF4444"/>
                </a:solidFill>
              </a:defRPr>
            </a:pPr>
            <a:r>
              <a:t>WHAT THE MESSAGE DEMANDS:</a:t>
            </a:r>
            <a:br/>
            <a:r>
              <a:t>👉 PAY ₹199 FEE (Money goes OUT)</a:t>
            </a:r>
          </a:p>
          <a:p>
            <a:pPr>
              <a:defRPr sz="1200" b="1">
                <a:solidFill>
                  <a:srgbClr val="93C5FD"/>
                </a:solidFill>
              </a:defRPr>
            </a:pPr>
            <a:r>
              <a:t>🚨 MASSIVE CONTRADICTION! Legitimate refunds credit your account automatically. They NEVER ask for a fee!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COMPETITIVE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Traditional Antivirus &amp; URL Scanners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Traditional URL Scanners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Check if a web address is on a known blacklist.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Useless against WhatsApp or direct SMS messages with zero links.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Useless if scammers generate a new, clean domain minutes earlier.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Never asks: 'What is the user trying to do?'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Traditional SMS Spam Blockers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Filter messages based on unknown numbers or spam keywords.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Scammers spoof official bank sender IDs (e.g., 'VK-SBIBNK').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Can trigger false alarms on genuine bank receipts.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Cannot explain the real financial danger in simple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01E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</a:defRPr>
            </a:pPr>
            <a:r>
              <a:t>TrustPause's Solution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Analyzes the RELATIONSHIP between your goal and the requested action.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Doesn't care if the sender is unknown; it checks what they ask you to do.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Encodes official NPCI &amp; RBI rules into plain English.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Catches the fraud BEFORE you click approve or type your 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Step 1: Tell TrustPause What You Are Trying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A. Receive Money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Goal: Expecting a refund, merchant cashback, lottery, salary, or scholarship.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Protection: Alerts if message asks for a payment, fee, collect request, or UPI PIN.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B82F6"/>
                </a:solidFill>
              </a:defRPr>
            </a:pPr>
            <a:r>
              <a:t>B. Send Money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Goal: Paying a merchant, electricity bill, friend, or donating to charity.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Protection: Alerts if urgency is extreme, accounts changed, or caller forbids phone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9E0B"/>
                </a:solidFill>
              </a:defRPr>
            </a:pPr>
            <a:r>
              <a:t>C. Verify Information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Goal: Checking bank debit alerts, package delivery updates, or KYC status.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Protection: Critical alert if message demands an OTP, password, or remote screen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D. Share Access / Support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Goal: Assisting technical customer support or approving a new device login.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Protection: Severe warning explaining that remote tools (AnyDesk) give callers full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ENGINE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Modular, Explainable, Multi-Layered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1. Privacy &amp; Redaction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Scans text for OTPs &amp; card numbers. Redacts them in memory so secrets are never exposed on screen or in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2. Context &amp; Negations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Distinguishes active demands from safety advisories ('Never share OTP') and reported speech ('The caller told me to...').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3. Action Extractor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Extracts imperative commands: Pay Fee, Enter UPI PIN, Click Link, Share OTP, Install Remote Screen Tool,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4. Intent Reconciliation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Compares extracted actions with declared user goal. Identifies CONTRADICTIONS under official NPCI/RBI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5. Scoring &amp; Override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Calculates non-duplicative score (0-100). Safety override guarantees CRITICAL risk for OTP or UPI PIN traps.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6. Plain-English Guide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Builds actionable recommendations, why it matters, and generates exportable audit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INTERACTIVE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 Pre-Loaded Competition Scenarios for Instant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1: Refund Fee Mismatch  (HIGH RISK · Contradiction)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User wants refund; message asks for ₹199 processing 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2: OTP Disclosure Threat  (CRITICAL · Credential Theft)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'Account blocked in 10 mins. Share OTP with agent.'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3: Lottery / Prize Advance Fee  (HIGH RISK · Advance Fee)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'You won ₹50,000. Pay ₹999 fee to claim your prize.'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4: Remote Access Trap  (CRITICAL · Device Hijack)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'Install remote-support app and share access code.'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5: Legitimate Notification  (LOW RISK · Benign Receipt)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'Your electricity bill payment of ₹850 was successful.'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31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6: Urgent Manager Transfer  (HIGH RISK · Impersonation)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'This is your manager. Transfer ₹25,000. Do not call.'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7: Fake Bank Link &amp; Threat  (HIGH RISK · Phishing Link)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'Account suspended today. Verify: fictional-bank.test'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074920"/>
            <a:ext cx="5120640" cy="1097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166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Demo 8: Action Matches Intention  (CAUTION · Verify Recipient)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'Transfer ₹500 to the seller you are buying from.'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LINGUISTIC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TrustPause Avoids Stupid False Alarms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Case 1: The Safety Advisory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Message:</a:t>
            </a:r>
            <a:br/>
            <a:r>
              <a:t>"Security Tip: Never share your OTP with anyone. Bank staff will never ask for your PIN."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Naive Tools: See the words 'OTP' and 'PIN' -&gt; Flag as DANGER! (False Positive)</a:t>
            </a:r>
            <a:br/>
            <a:br/>
            <a:r>
              <a:t>• TrustPause Engine: Detects 'Never share' and 'will never ask'. Understands this is a protective advisory.</a:t>
            </a:r>
            <a:br/>
            <a:br/>
            <a:r>
              <a:t>• Outcome: LOW RISK. User is praised for recognizing official bank security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3C5FD"/>
                </a:solidFill>
              </a:defRPr>
            </a:pPr>
            <a:r>
              <a:t>Case 2: The User Complaint / Past Story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Message:</a:t>
            </a:r>
            <a:br/>
            <a:r>
              <a:t>"The caller told me to approve a payment of ₹5,000, but I refused and cut the call."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Naive Tools: See 'approve a payment of ₹5,000' -&gt; Thinks the user is being told to pay right now!</a:t>
            </a:r>
            <a:br/>
            <a:br/>
            <a:r>
              <a:t>• TrustPause Engine: Recognizes narrative voice ('caller told me', 'but I refused'). Does not extract this as an active imperative.</a:t>
            </a:r>
            <a:br/>
            <a:br/>
            <a:r>
              <a:t>• Outcome: Correctly distinguishes reported past events from live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Your Private Data Never Leaves Your Device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100% In-Browser Execution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All text parsing, regex matching, URL checking, and scoring runs locally in the client browser using modern JavaScript. Zero cloud API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6032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</a:defRPr>
            </a:pPr>
            <a:r>
              <a:t>Zero Telemetry &amp; Logging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TrustPause has NO third-party trackers, NO Google Analytics, NO error relays, and NO server databases storing your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Automatic Secret Masking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If you accidentally paste a real 6-digit OTP or a 16-digit debit card number, TrustPause masks it on screen and redacts it from exported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6032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F4444"/>
                </a:solidFill>
              </a:defRPr>
            </a:pPr>
            <a:r>
              <a:t>Instant Memory Wipe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Nothing is written to LocalStorage or cookies. When you click 'Clear' or close the browser tab, all message data is completely erased.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Built from Scratch with Industrial Engineering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React 18 &amp; TypeScript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Strict type safety across domain types (UserIntent, RequestedAction, ScamIndicator, RiskLevel) ensuring zero runtime surprises.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Vite 6 Fast Bundler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Production bundle is only 227 kB JS and 16 kB CSS, compiling in under 6 seconds with instant hot-module replacement.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Vanilla CSS Design Tokens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Curated HSL dark palette with high-contrast accessibility (WCAG 2.2 AA compliant), visible focus rings, and aria-live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Vitest Test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33 automated unit and component tests passing with 100% success rate, verifying all 8 demo scenarios and edge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Zero Server Dependency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Completely self-contained static application that can be hosted on Vercel, Netlify, GitHub Pages, or run completely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38328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0 Security Vulnerabilities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Clean npm audit with zero moderate, high, or critical vulnerabilities across all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How Everyday People Can Protect Themselves in 3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3B82F6"/>
                </a:solidFill>
              </a:defRPr>
            </a:pPr>
            <a:r>
              <a:t>Step 1: Pick Your Goal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Select what you are trying to do.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Choose from: Receive Money, Send Money, Verify Information, or Share Access.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If you're unsure, select 'Not Sure / Other'.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</a:defRPr>
            </a:pPr>
            <a:r>
              <a:t>Step 2: Paste the Message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Copy any suspicious SMS, WhatsApp text, or email you received.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Paste it into the message box.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Or click any of the 8 Demo buttons to test instant examples!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Step 3: Read Findings &amp; Act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Click 'Analyse Message' (instant result).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See if an Intent Contradiction exists.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Follow the plain-English Recommended Action checklist.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Click 'Export Report' to save or print an audit summary.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NATIONAL REGULATORY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Ground Truth Rules of Indian Payment Systems (NPCI &amp; RBI)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Rule 1: UPI PIN is ONLY for Debiting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 the Unified Payments Interface (UPI) system created by NPCI, entering your UPI PIN always DEBITS money from your bank account. You NEVER need to enter a UPI PIN or scan a QR code to RECEIVE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Rule 2: Remote Access is a Screen Trap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Bank and payment executives are strictly prohibited from asking users to install remote support apps (AnyDesk, TeamViewer, QuickSupport). Sharing your code lets callers read your live SMS OTPs.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Rule 3: OTPs Approve Debits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One-Time Passwords authorize transactions and password resets. Never read out an OTP over the phone to anyone claiming to be your bank manager or electricity 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Emergency Helpline: 1930 &amp; cybercrime.gov.in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If you suspect you have been tricked or funds were debited, immediately call the National Cyber Crime Helpline at 1930 within the 'Golden Hour' to freeze fraudulent transfers.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TrustPause: Empowering Digital Citizens with Intent-Aware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737360"/>
            <a:ext cx="8686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Why TrustPause Wins in the Real World:</a:t>
            </a:r>
          </a:p>
          <a:p>
            <a:pPr>
              <a:spcAft>
                <a:spcPts val="1000"/>
              </a:spcAft>
              <a:defRPr sz="1300">
                <a:solidFill>
                  <a:srgbClr val="93C5FD"/>
                </a:solidFill>
              </a:defRPr>
            </a:pPr>
            <a:r>
              <a:t>✔ Addresses the ROOT CAUSE of financial fraud: Action confusion rather than just malicious URLs.</a:t>
            </a:r>
          </a:p>
          <a:p>
            <a:pPr>
              <a:spcAft>
                <a:spcPts val="1000"/>
              </a:spcAft>
              <a:defRPr sz="1300">
                <a:solidFill>
                  <a:srgbClr val="93C5FD"/>
                </a:solidFill>
              </a:defRPr>
            </a:pPr>
            <a:r>
              <a:t>✔ Completely Explainable: Transparent scoring and plain-English reasons make it understandable to non-technical citizens.</a:t>
            </a:r>
          </a:p>
          <a:p>
            <a:pPr>
              <a:spcAft>
                <a:spcPts val="1000"/>
              </a:spcAft>
              <a:defRPr sz="1300">
                <a:solidFill>
                  <a:srgbClr val="93C5FD"/>
                </a:solidFill>
              </a:defRPr>
            </a:pPr>
            <a:r>
              <a:t>✔ Zero False Claims: Never pretends an unflagged message is '100% Safe'; always encourages independent verification.</a:t>
            </a:r>
          </a:p>
          <a:p>
            <a:pPr>
              <a:spcAft>
                <a:spcPts val="1000"/>
              </a:spcAft>
              <a:defRPr sz="1300">
                <a:solidFill>
                  <a:srgbClr val="93C5FD"/>
                </a:solidFill>
              </a:defRPr>
            </a:pPr>
            <a:r>
              <a:t>✔ 100% Privacy by Design: Evaluates text inside the local browser without uploading private messages to servers.</a:t>
            </a:r>
          </a:p>
          <a:p>
            <a:pPr>
              <a:spcAft>
                <a:spcPts val="1000"/>
              </a:spcAft>
              <a:defRPr sz="1300">
                <a:solidFill>
                  <a:srgbClr val="93C5FD"/>
                </a:solidFill>
              </a:defRPr>
            </a:pPr>
            <a:r>
              <a:t>✔ Roadmap: Expansion to Indian regional languages (Hindi, Tamil, Telugu), mobile PWA installability, and local WebAssembly AI.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Pause. Understand. Protect.  |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